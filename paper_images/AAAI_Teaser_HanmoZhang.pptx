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7004050" cy="92900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5" autoAdjust="0"/>
    <p:restoredTop sz="94660"/>
  </p:normalViewPr>
  <p:slideViewPr>
    <p:cSldViewPr snapToGrid="0">
      <p:cViewPr>
        <p:scale>
          <a:sx n="78" d="100"/>
          <a:sy n="78" d="100"/>
        </p:scale>
        <p:origin x="4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C5627-ED5E-87E4-F891-A72267E34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3FAD4-AD8B-FF3F-857A-135F18EF8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109F1-D4DF-9043-3282-775B04E76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A357D-2BA9-44D2-82D7-1CED799F8FE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2209F-E5D5-728F-9416-CF53AA584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6DDC3-9D92-2581-5C68-55470A424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7F9B-B790-42A9-8C0C-83614D649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38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93D00-911B-DDE0-C157-47D34FE20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50A8B-9DDF-7645-2B66-0EB78AC50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5A004-7A1B-C471-08D0-C37E7741C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A357D-2BA9-44D2-82D7-1CED799F8FE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4B73A-37BF-5063-6D0F-3B34F551B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31F70-7321-6CBD-A033-10A97A113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7F9B-B790-42A9-8C0C-83614D649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57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CE90-C98B-790D-0CAD-CB54F1B86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09CB4-3DE8-95E2-25F7-B96536D26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D872B-81AC-2120-8A1F-2B8BF748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A357D-2BA9-44D2-82D7-1CED799F8FE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5349F-EBB0-B721-EEE9-5150969F0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E2D92-A6B7-4D85-8CE5-507E2D3A9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7F9B-B790-42A9-8C0C-83614D649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456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68E4E-FA51-2847-6626-E5107B167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F4AF2-962F-4533-79A1-B858520EF7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29322-E49D-AE4B-4102-D2115F6C6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062DE-8D17-054E-C777-B054C4AC9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A357D-2BA9-44D2-82D7-1CED799F8FE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2EE14-1193-2120-5BDB-02AAE23E0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71E14-503E-B857-31DE-7E81C6DEF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7F9B-B790-42A9-8C0C-83614D649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76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45D61-48EE-6FDF-A72D-E62E38508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B8FF1-705C-10BE-EEDC-7F930D1D0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067C8C-A101-E1B3-FF9E-EF5B81DD7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7C1B0C-EFF0-DAD0-6056-28D6EB2726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924422-11B6-6FFA-E91E-FBA1904CAC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11640A-6551-E41F-C903-B56B09D18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A357D-2BA9-44D2-82D7-1CED799F8FE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9E8A7-213F-9A12-EA30-283A0C22B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AD82A2-9B81-C0B4-CDB9-FE5D56F80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7F9B-B790-42A9-8C0C-83614D649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665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78CF7-D424-FECD-E99A-1B9464DDD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2FED9F-FEF0-2425-FEB2-8B0902B7A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A357D-2BA9-44D2-82D7-1CED799F8FE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D7F222-9B6A-CBAF-A2FE-A4AD5E5E3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9B0E8-1384-9CBB-C299-B89D1F759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7F9B-B790-42A9-8C0C-83614D649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71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53C359-D76F-EB6B-E74E-45575AB50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A357D-2BA9-44D2-82D7-1CED799F8FE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88D24D-B8C3-A2EB-C904-5A3B7A810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7A99D-12C4-3A01-B1F2-94BBE78C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7F9B-B790-42A9-8C0C-83614D649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431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D8B67-D033-866F-256A-5C2DF9DD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47B5B-E561-AA09-8C9C-E3327041D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C83278-6617-A693-C5BA-A296B5FB6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C15CF-7AF3-F895-24EF-EFCF19C97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A357D-2BA9-44D2-82D7-1CED799F8FE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E2DF1-A742-C7D3-F546-E5410D554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2334F-C8FA-CA93-9C2B-066A2DF54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7F9B-B790-42A9-8C0C-83614D649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198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0CED0-EAE0-3E51-D35F-BB6ED429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1842B3-E6FD-DF0C-C98D-65BB901917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999A2-4BFF-9963-D05D-841EB3835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67E82-F71A-1181-E8AE-60753138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A357D-2BA9-44D2-82D7-1CED799F8FE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18C35-C094-A97F-D616-1E3766952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C3964-2830-B49A-3A1D-8B18A2F52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7F9B-B790-42A9-8C0C-83614D649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286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322FD-0474-5FED-CF98-DD2793744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7EB63-80A0-FE8E-C1A2-EA7A01669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2ABAF-642D-34C6-4FE2-EDE35C760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A357D-2BA9-44D2-82D7-1CED799F8FE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F47E9-9C20-F47C-61B9-434D72710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17DDE-DE4E-4F8C-86DA-60EB9D33C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7F9B-B790-42A9-8C0C-83614D649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922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C0DCCA-5243-71E4-C388-118E99EC31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D3159F-693B-62C4-B8BA-6532C8BD0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C147F-1378-1DEB-E356-C08367A8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A357D-2BA9-44D2-82D7-1CED799F8FE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24D62-6837-5130-3E72-523C860B2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DD657-EB9A-1346-2EFF-E7996F046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7F9B-B790-42A9-8C0C-83614D649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01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EDE781-A39D-83E6-8FF0-6B5A3D447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C14E2-008F-B8D5-2AD1-693B2EC54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D3EAA-CB93-A49A-81ED-64F9771A5C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5A357D-2BA9-44D2-82D7-1CED799F8FE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60F88-F317-81AC-EA0E-8BC68DE70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7EE73-ED92-EDE7-FC88-8332A0D79E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797F9B-B790-42A9-8C0C-83614D649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05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A47CE-E78D-C40E-72E2-D75A6C865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Networked Restless Multi-Armed Bandits with Reinforcement Learning</a:t>
            </a:r>
            <a:br>
              <a:rPr lang="en-US" sz="2000" dirty="0"/>
            </a:br>
            <a:r>
              <a:rPr lang="en-US" sz="2000" dirty="0"/>
              <a:t>Hanmo Zhang, Kai Wang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2D414B-E03D-1D1B-68B7-0435509176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021102"/>
            <a:ext cx="5181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Problem: arms of a Restless Multi-Armed Bandit are independent, ignoring potentially relevant network effects in real-world situations</a:t>
            </a:r>
          </a:p>
          <a:p>
            <a:r>
              <a:rPr lang="en-US" sz="2400" dirty="0"/>
              <a:t>Proposed Solution: NRMAB model - RMAB + independent cascade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C35F7A-B2D4-A8DD-E154-56F7349AB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1021102"/>
            <a:ext cx="5181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Problem: Tradition Whittle Index used to solve RMAB ignores network effect. Size of state-action space precludes solving exact Bellman Equation.</a:t>
            </a:r>
          </a:p>
          <a:p>
            <a:r>
              <a:rPr lang="en-US" sz="2400" dirty="0"/>
              <a:t>Solution: Deep Q Network with Greedy Hill Climbing</a:t>
            </a:r>
          </a:p>
          <a:p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4DF9BF-CDFD-D160-736E-EE9BEA963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09" y="3584809"/>
            <a:ext cx="5444289" cy="23951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BB8505-D8AC-A097-92D4-716BE9C91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087" y="3584809"/>
            <a:ext cx="4819423" cy="327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329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74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Networked Restless Multi-Armed Bandits with Reinforcement Learning Hanmo Zhang, Kai Wang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Hanmo</dc:creator>
  <cp:lastModifiedBy>Zhang, Hanmo</cp:lastModifiedBy>
  <cp:revision>1</cp:revision>
  <dcterms:created xsi:type="dcterms:W3CDTF">2025-03-02T23:04:06Z</dcterms:created>
  <dcterms:modified xsi:type="dcterms:W3CDTF">2025-03-03T02:14:13Z</dcterms:modified>
</cp:coreProperties>
</file>